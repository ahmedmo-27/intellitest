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redoka" charset="1" panose="020000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66935">
            <a:off x="13688088" y="2136407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99026" y="8359920"/>
            <a:ext cx="19802481" cy="2586749"/>
            <a:chOff x="0" y="0"/>
            <a:chExt cx="5215468" cy="6812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15468" cy="681284"/>
            </a:xfrm>
            <a:custGeom>
              <a:avLst/>
              <a:gdLst/>
              <a:ahLst/>
              <a:cxnLst/>
              <a:rect r="r" b="b" t="t" l="l"/>
              <a:pathLst>
                <a:path h="681284" w="5215468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26523" y="2524605"/>
            <a:ext cx="13600885" cy="198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91"/>
              </a:lnSpc>
              <a:spcBef>
                <a:spcPct val="0"/>
              </a:spcBef>
            </a:pPr>
            <a:r>
              <a:rPr lang="en-US" sz="1163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I</a:t>
            </a:r>
            <a:r>
              <a:rPr lang="en-US" sz="1163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ntellitest: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6523" y="4387653"/>
            <a:ext cx="10672454" cy="10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1"/>
              </a:lnSpc>
              <a:spcBef>
                <a:spcPct val="0"/>
              </a:spcBef>
            </a:pPr>
            <a:r>
              <a:rPr lang="en-US" sz="5958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Using AI Models and T</a:t>
            </a:r>
            <a:r>
              <a:rPr lang="en-US" sz="5958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esting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133" y="885825"/>
            <a:ext cx="15149734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Introduction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133" y="2525451"/>
            <a:ext cx="11452301" cy="46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Int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lli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 is an intelligent VS Code extension designed to help </a:t>
            </a:r>
            <a:r>
              <a:rPr lang="en-US" b="true" sz="32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 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b="true" sz="32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junior </a:t>
            </a: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developers apply software testing in real projects.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It analyzes code, suggests what to test, generates test cases and automated tests, and explains failures in a simple way, bridging the gap between testing theory and practical implementation.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999026" y="8359920"/>
            <a:ext cx="19802481" cy="2586749"/>
            <a:chOff x="0" y="0"/>
            <a:chExt cx="5215468" cy="6812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15468" cy="681284"/>
            </a:xfrm>
            <a:custGeom>
              <a:avLst/>
              <a:gdLst/>
              <a:ahLst/>
              <a:cxnLst/>
              <a:rect r="r" b="b" t="t" l="l"/>
              <a:pathLst>
                <a:path h="681284" w="5215468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566935">
            <a:off x="13806981" y="1827285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02215" y="967512"/>
            <a:ext cx="1321207" cy="1321207"/>
          </a:xfrm>
          <a:custGeom>
            <a:avLst/>
            <a:gdLst/>
            <a:ahLst/>
            <a:cxnLst/>
            <a:rect r="r" b="b" t="t" l="l"/>
            <a:pathLst>
              <a:path h="1321207" w="1321207">
                <a:moveTo>
                  <a:pt x="0" y="0"/>
                </a:moveTo>
                <a:lnTo>
                  <a:pt x="1321206" y="0"/>
                </a:lnTo>
                <a:lnTo>
                  <a:pt x="1321206" y="1321207"/>
                </a:lnTo>
                <a:lnTo>
                  <a:pt x="0" y="132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5592" y="1781212"/>
            <a:ext cx="14893133" cy="648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Stu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 a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nd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jun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ers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fa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sev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key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hall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nge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They 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don’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ow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what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to test i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 r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ea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 project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y cann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vert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ory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to re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al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cas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They are confused about which testing strategy to use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Writing automated tests requires </a:t>
            </a:r>
            <a:r>
              <a:rPr lang="en-US" b="true" sz="3099" strike="noStrike" u="non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knowledge</a:t>
            </a: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they don’t have yet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Test failures are hard to understand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999026" y="8359920"/>
            <a:ext cx="19802481" cy="2586749"/>
            <a:chOff x="0" y="0"/>
            <a:chExt cx="5215468" cy="6812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15468" cy="681284"/>
            </a:xfrm>
            <a:custGeom>
              <a:avLst/>
              <a:gdLst/>
              <a:ahLst/>
              <a:cxnLst/>
              <a:rect r="r" b="b" t="t" l="l"/>
              <a:pathLst>
                <a:path h="681284" w="5215468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926CB5"/>
            </a:solidFill>
            <a:ln cap="sq">
              <a:noFill/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192148" y="2227532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53085" y="519323"/>
            <a:ext cx="3639824" cy="2429583"/>
          </a:xfrm>
          <a:custGeom>
            <a:avLst/>
            <a:gdLst/>
            <a:ahLst/>
            <a:cxnLst/>
            <a:rect r="r" b="b" t="t" l="l"/>
            <a:pathLst>
              <a:path h="2429583" w="3639824">
                <a:moveTo>
                  <a:pt x="0" y="0"/>
                </a:moveTo>
                <a:lnTo>
                  <a:pt x="3639825" y="0"/>
                </a:lnTo>
                <a:lnTo>
                  <a:pt x="3639825" y="2429582"/>
                </a:lnTo>
                <a:lnTo>
                  <a:pt x="0" y="2429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19865" y="392407"/>
            <a:ext cx="14648269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Problem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St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a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en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4610" y="682922"/>
            <a:ext cx="15204332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Propo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se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d Solu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ti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on (Int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elliTe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431610"/>
            <a:ext cx="7313696" cy="3697167"/>
            <a:chOff x="0" y="0"/>
            <a:chExt cx="1926241" cy="9737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6241" cy="973739"/>
            </a:xfrm>
            <a:custGeom>
              <a:avLst/>
              <a:gdLst/>
              <a:ahLst/>
              <a:cxnLst/>
              <a:rect r="r" b="b" t="t" l="l"/>
              <a:pathLst>
                <a:path h="973739" w="1926241">
                  <a:moveTo>
                    <a:pt x="0" y="0"/>
                  </a:moveTo>
                  <a:lnTo>
                    <a:pt x="1926241" y="0"/>
                  </a:lnTo>
                  <a:lnTo>
                    <a:pt x="1926241" y="973739"/>
                  </a:lnTo>
                  <a:lnTo>
                    <a:pt x="0" y="973739"/>
                  </a:lnTo>
                  <a:close/>
                </a:path>
              </a:pathLst>
            </a:custGeom>
            <a:ln w="133350" cap="sq">
              <a:solidFill>
                <a:srgbClr val="926CB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26241" cy="1021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3747" y="2702912"/>
            <a:ext cx="6666877" cy="215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0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Intelli</a:t>
            </a:r>
            <a:r>
              <a:rPr lang="en-US" sz="3110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test is a smart assistant inside VS Code that helps users learn and apply testing </a:t>
            </a:r>
            <a:r>
              <a:rPr lang="en-US" sz="3110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3110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the same time.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81079" y="3709533"/>
            <a:ext cx="8478221" cy="5963384"/>
            <a:chOff x="0" y="0"/>
            <a:chExt cx="2232947" cy="15706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2947" cy="1570603"/>
            </a:xfrm>
            <a:custGeom>
              <a:avLst/>
              <a:gdLst/>
              <a:ahLst/>
              <a:cxnLst/>
              <a:rect r="r" b="b" t="t" l="l"/>
              <a:pathLst>
                <a:path h="1570603" w="2232947">
                  <a:moveTo>
                    <a:pt x="0" y="0"/>
                  </a:moveTo>
                  <a:lnTo>
                    <a:pt x="2232947" y="0"/>
                  </a:lnTo>
                  <a:lnTo>
                    <a:pt x="2232947" y="1570603"/>
                  </a:lnTo>
                  <a:lnTo>
                    <a:pt x="0" y="1570603"/>
                  </a:lnTo>
                  <a:close/>
                </a:path>
              </a:pathLst>
            </a:custGeom>
            <a:ln w="133350" cap="sq">
              <a:solidFill>
                <a:srgbClr val="926CB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32947" cy="1618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046776" y="4075474"/>
            <a:ext cx="7773072" cy="437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 of ask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ng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u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er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 f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ig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ur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everyth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, th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sy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em:</a:t>
            </a:r>
          </a:p>
          <a:p>
            <a:pPr algn="l">
              <a:lnSpc>
                <a:spcPts val="3510"/>
              </a:lnSpc>
            </a:pP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Analyze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the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oj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co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automa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call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✔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rstan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ds 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pl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ica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tio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 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yp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(w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b, API,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back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end,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c.)</a:t>
            </a: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✔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ugg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sts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what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shoul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be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test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✔ Gener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tes re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 te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✔ C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reat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uto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mated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st 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ripts</a:t>
            </a:r>
          </a:p>
          <a:p>
            <a:pPr algn="l">
              <a:lnSpc>
                <a:spcPts val="3510"/>
              </a:lnSpc>
            </a:pP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✔ Expl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est f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ures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si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mple langua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50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640835">
            <a:off x="-127907" y="6450911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530971">
            <a:off x="15809525" y="-272623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16227" y="-142875"/>
            <a:ext cx="13055546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High Level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690600">
            <a:off x="14436400" y="742852"/>
            <a:ext cx="8073000" cy="4855849"/>
          </a:xfrm>
          <a:custGeom>
            <a:avLst/>
            <a:gdLst/>
            <a:ahLst/>
            <a:cxnLst/>
            <a:rect r="r" b="b" t="t" l="l"/>
            <a:pathLst>
              <a:path h="4855849" w="8073000">
                <a:moveTo>
                  <a:pt x="0" y="0"/>
                </a:moveTo>
                <a:lnTo>
                  <a:pt x="8073000" y="0"/>
                </a:lnTo>
                <a:lnTo>
                  <a:pt x="8073000" y="4855849"/>
                </a:lnTo>
                <a:lnTo>
                  <a:pt x="0" y="485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6379" y="1835867"/>
            <a:ext cx="14035241" cy="7422433"/>
          </a:xfrm>
          <a:custGeom>
            <a:avLst/>
            <a:gdLst/>
            <a:ahLst/>
            <a:cxnLst/>
            <a:rect r="r" b="b" t="t" l="l"/>
            <a:pathLst>
              <a:path h="7422433" w="14035241">
                <a:moveTo>
                  <a:pt x="0" y="0"/>
                </a:moveTo>
                <a:lnTo>
                  <a:pt x="14035242" y="0"/>
                </a:lnTo>
                <a:lnTo>
                  <a:pt x="14035242" y="7422433"/>
                </a:lnTo>
                <a:lnTo>
                  <a:pt x="0" y="7422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50" r="-2914" b="-315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t="0" r="-160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2263" y="55402"/>
            <a:ext cx="14103474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Sys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te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m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Fl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7926" strike="noStrike" u="none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w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7958585">
            <a:off x="16387286" y="67614"/>
            <a:ext cx="3195670" cy="1922172"/>
          </a:xfrm>
          <a:custGeom>
            <a:avLst/>
            <a:gdLst/>
            <a:ahLst/>
            <a:cxnLst/>
            <a:rect r="r" b="b" t="t" l="l"/>
            <a:pathLst>
              <a:path h="1922172" w="3195670">
                <a:moveTo>
                  <a:pt x="0" y="0"/>
                </a:moveTo>
                <a:lnTo>
                  <a:pt x="3195670" y="0"/>
                </a:lnTo>
                <a:lnTo>
                  <a:pt x="3195670" y="1922172"/>
                </a:lnTo>
                <a:lnTo>
                  <a:pt x="0" y="1922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58585">
            <a:off x="-901540" y="8596837"/>
            <a:ext cx="3195670" cy="1922172"/>
          </a:xfrm>
          <a:custGeom>
            <a:avLst/>
            <a:gdLst/>
            <a:ahLst/>
            <a:cxnLst/>
            <a:rect r="r" b="b" t="t" l="l"/>
            <a:pathLst>
              <a:path h="1922172" w="3195670">
                <a:moveTo>
                  <a:pt x="0" y="0"/>
                </a:moveTo>
                <a:lnTo>
                  <a:pt x="3195671" y="0"/>
                </a:lnTo>
                <a:lnTo>
                  <a:pt x="3195671" y="1922171"/>
                </a:lnTo>
                <a:lnTo>
                  <a:pt x="0" y="19221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5316185" cy="134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Current Progress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88397"/>
            <a:ext cx="13609603" cy="495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ode 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x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sion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mm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UI)</a:t>
            </a:r>
          </a:p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oj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naly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z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(Proj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ect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Map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on)</a:t>
            </a:r>
          </a:p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Ba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k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API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(No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.j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Integ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ra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io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ro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q LLM</a:t>
            </a:r>
          </a:p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ase ge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ati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on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(JSON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→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UI)</a:t>
            </a:r>
          </a:p>
          <a:p>
            <a:pPr algn="l" marL="1018571" indent="-509285" lvl="1">
              <a:lnSpc>
                <a:spcPts val="6604"/>
              </a:lnSpc>
              <a:spcBef>
                <a:spcPct val="0"/>
              </a:spcBef>
              <a:buFont typeface="Arial"/>
              <a:buChar char="•"/>
            </a:pP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Ex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e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xpor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un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ti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4717" strike="noStrike" u="non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nality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999026" y="8359920"/>
            <a:ext cx="19802481" cy="2586749"/>
            <a:chOff x="0" y="0"/>
            <a:chExt cx="5215468" cy="6812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15468" cy="681284"/>
            </a:xfrm>
            <a:custGeom>
              <a:avLst/>
              <a:gdLst/>
              <a:ahLst/>
              <a:cxnLst/>
              <a:rect r="r" b="b" t="t" l="l"/>
              <a:pathLst>
                <a:path h="681284" w="5215468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566935">
            <a:off x="13222800" y="1517146"/>
            <a:ext cx="8073000" cy="4855849"/>
          </a:xfrm>
          <a:custGeom>
            <a:avLst/>
            <a:gdLst/>
            <a:ahLst/>
            <a:cxnLst/>
            <a:rect r="r" b="b" t="t" l="l"/>
            <a:pathLst>
              <a:path h="4855849" w="8073000">
                <a:moveTo>
                  <a:pt x="0" y="0"/>
                </a:moveTo>
                <a:lnTo>
                  <a:pt x="8073000" y="0"/>
                </a:lnTo>
                <a:lnTo>
                  <a:pt x="8073000" y="4855849"/>
                </a:lnTo>
                <a:lnTo>
                  <a:pt x="0" y="4855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6749" y="4760875"/>
            <a:ext cx="15394502" cy="8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6"/>
              </a:lnSpc>
            </a:pPr>
            <a:r>
              <a:rPr lang="en-US" sz="632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Practical Presentation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958585">
            <a:off x="16690165" y="67614"/>
            <a:ext cx="3195670" cy="1922172"/>
          </a:xfrm>
          <a:custGeom>
            <a:avLst/>
            <a:gdLst/>
            <a:ahLst/>
            <a:cxnLst/>
            <a:rect r="r" b="b" t="t" l="l"/>
            <a:pathLst>
              <a:path h="1922172" w="3195670">
                <a:moveTo>
                  <a:pt x="0" y="0"/>
                </a:moveTo>
                <a:lnTo>
                  <a:pt x="3195670" y="0"/>
                </a:lnTo>
                <a:lnTo>
                  <a:pt x="3195670" y="1922172"/>
                </a:lnTo>
                <a:lnTo>
                  <a:pt x="0" y="1922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6748" y="1418437"/>
            <a:ext cx="16874504" cy="8174625"/>
            <a:chOff x="0" y="0"/>
            <a:chExt cx="4444314" cy="2152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4314" cy="2152988"/>
            </a:xfrm>
            <a:custGeom>
              <a:avLst/>
              <a:gdLst/>
              <a:ahLst/>
              <a:cxnLst/>
              <a:rect r="r" b="b" t="t" l="l"/>
              <a:pathLst>
                <a:path h="2152988" w="4444314">
                  <a:moveTo>
                    <a:pt x="0" y="0"/>
                  </a:moveTo>
                  <a:lnTo>
                    <a:pt x="4444314" y="0"/>
                  </a:lnTo>
                  <a:lnTo>
                    <a:pt x="4444314" y="2152988"/>
                  </a:lnTo>
                  <a:lnTo>
                    <a:pt x="0" y="2152988"/>
                  </a:lnTo>
                  <a:close/>
                </a:path>
              </a:pathLst>
            </a:custGeom>
            <a:solidFill>
              <a:srgbClr val="DCFDF7"/>
            </a:solidFill>
            <a:ln w="76200" cap="sq">
              <a:solidFill>
                <a:srgbClr val="79D5C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44314" cy="2200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749" y="351945"/>
            <a:ext cx="15394502" cy="106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4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Project Map JSON example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17398" y="1994834"/>
            <a:ext cx="6032241" cy="695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"routes": [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"routes\\BrandsRoutes.js",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"routes\\CollectionsRoutes.js",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"routes\\ProductsRoutes.js",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"routes\\UsersRoutes.js",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"routes\\api.js"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],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"prompt": "test the cart"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92720" y="1723536"/>
            <a:ext cx="8325574" cy="750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"type": "e-commerce / online store (web)",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"language": "javascript",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"framework": "Node.js",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"modules": [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"middleware",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"models",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"package-lock.json",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"package.json",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"public",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"routes",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"server.js",</a:t>
            </a:r>
          </a:p>
          <a:p>
            <a:pPr algn="l">
              <a:lnSpc>
                <a:spcPts val="4275"/>
              </a:lnSpc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"views"</a:t>
            </a:r>
          </a:p>
          <a:p>
            <a:pPr algn="l">
              <a:lnSpc>
                <a:spcPts val="4275"/>
              </a:lnSpc>
              <a:spcBef>
                <a:spcPct val="0"/>
              </a:spcBef>
            </a:pPr>
            <a:r>
              <a:rPr lang="en-US" sz="30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],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427" y="1249590"/>
            <a:ext cx="17769127" cy="9037410"/>
            <a:chOff x="0" y="0"/>
            <a:chExt cx="4679935" cy="23802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9934" cy="2380223"/>
            </a:xfrm>
            <a:custGeom>
              <a:avLst/>
              <a:gdLst/>
              <a:ahLst/>
              <a:cxnLst/>
              <a:rect r="r" b="b" t="t" l="l"/>
              <a:pathLst>
                <a:path h="2380223" w="4679934">
                  <a:moveTo>
                    <a:pt x="0" y="0"/>
                  </a:moveTo>
                  <a:lnTo>
                    <a:pt x="4679934" y="0"/>
                  </a:lnTo>
                  <a:lnTo>
                    <a:pt x="4679934" y="2380223"/>
                  </a:lnTo>
                  <a:lnTo>
                    <a:pt x="0" y="2380223"/>
                  </a:lnTo>
                  <a:close/>
                </a:path>
              </a:pathLst>
            </a:custGeom>
            <a:solidFill>
              <a:srgbClr val="DCFDF7"/>
            </a:solidFill>
            <a:ln w="76200" cap="sq">
              <a:solidFill>
                <a:srgbClr val="79D5C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79935" cy="2427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77754" y="352254"/>
            <a:ext cx="12808730" cy="89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81"/>
              </a:lnSpc>
            </a:pPr>
            <a:r>
              <a:rPr lang="en-US" sz="6919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Full Prompt sent to the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854" y="1482234"/>
            <a:ext cx="17256273" cy="880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You are a senior QA engineer. Project context (structured):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type: e-commerce / online store (web)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language: javascript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framework: Node.js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modules: ["middleware","models","package-lock.json","package.json","public","routes","server.js","views"]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routes: ["routes\\BrandsRoutes.js","routes\\CollectionsRoutes.js","routes\\ProductsRoutes.js","routes\\UsersRoutes.js","routes\\api.js"]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Tester request (highest priority — honor explicit scope limits; otherwise broaden sensibly):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test the cart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Task: Propose manual test cases that cover critical user flows and edge cases for this system.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Rules: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Output ONLY valid JSON (no markdown, no commentary).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Return a JSON array of objects. Each object MUST have: "id" (e.g. TC-001), "name", "steps" (array of strings), "expected" (string).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Also include "priority" for each: one of "critical", "high", "medium", "low" (critical = main revenue/auth/safety flows).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Include "tags": array of short labels drawn from modules/routes/context (e.g. "auth", "cart", "checkout").</a:t>
            </a: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- Order the array so critical items appear first.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 strike="noStrike" u="none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Example shape (structure only):</a:t>
            </a:r>
          </a:p>
          <a:p>
            <a:pPr algn="l">
              <a:lnSpc>
                <a:spcPts val="3084"/>
              </a:lnSpc>
            </a:pPr>
            <a:r>
              <a:rPr lang="en-US" sz="2203" strike="noStrike" u="none">
                <a:solidFill>
                  <a:srgbClr val="2D334A"/>
                </a:solidFill>
                <a:latin typeface="Canva Sans"/>
                <a:ea typeface="Canva Sans"/>
                <a:cs typeface="Canva Sans"/>
                <a:sym typeface="Canva Sans"/>
              </a:rPr>
              <a:t>[{"id":"TC-001","name":"...","steps":["..."],"expected":"...","priority":"critical","tags":["auth"]}]</a:t>
            </a:r>
          </a:p>
          <a:p>
            <a:pPr algn="l">
              <a:lnSpc>
                <a:spcPts val="308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7958585">
            <a:off x="15640992" y="1889683"/>
            <a:ext cx="2363871" cy="1421851"/>
          </a:xfrm>
          <a:custGeom>
            <a:avLst/>
            <a:gdLst/>
            <a:ahLst/>
            <a:cxnLst/>
            <a:rect r="r" b="b" t="t" l="l"/>
            <a:pathLst>
              <a:path h="1421851" w="2363871">
                <a:moveTo>
                  <a:pt x="0" y="0"/>
                </a:moveTo>
                <a:lnTo>
                  <a:pt x="2363872" y="0"/>
                </a:lnTo>
                <a:lnTo>
                  <a:pt x="2363872" y="1421851"/>
                </a:lnTo>
                <a:lnTo>
                  <a:pt x="0" y="1421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58585">
            <a:off x="16511477" y="260432"/>
            <a:ext cx="3195670" cy="1922172"/>
          </a:xfrm>
          <a:custGeom>
            <a:avLst/>
            <a:gdLst/>
            <a:ahLst/>
            <a:cxnLst/>
            <a:rect r="r" b="b" t="t" l="l"/>
            <a:pathLst>
              <a:path h="1922172" w="3195670">
                <a:moveTo>
                  <a:pt x="0" y="0"/>
                </a:moveTo>
                <a:lnTo>
                  <a:pt x="3195671" y="0"/>
                </a:lnTo>
                <a:lnTo>
                  <a:pt x="3195671" y="1922172"/>
                </a:lnTo>
                <a:lnTo>
                  <a:pt x="0" y="1922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304" y="1221518"/>
            <a:ext cx="16781392" cy="8318647"/>
          </a:xfrm>
          <a:custGeom>
            <a:avLst/>
            <a:gdLst/>
            <a:ahLst/>
            <a:cxnLst/>
            <a:rect r="r" b="b" t="t" l="l"/>
            <a:pathLst>
              <a:path h="8318647" w="16781392">
                <a:moveTo>
                  <a:pt x="0" y="0"/>
                </a:moveTo>
                <a:lnTo>
                  <a:pt x="16781392" y="0"/>
                </a:lnTo>
                <a:lnTo>
                  <a:pt x="16781392" y="8318646"/>
                </a:lnTo>
                <a:lnTo>
                  <a:pt x="0" y="8318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67" r="-3462" b="-24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55475" y="119095"/>
            <a:ext cx="12893479" cy="110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81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Roadmap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66935">
            <a:off x="13688088" y="2136407"/>
            <a:ext cx="7638505" cy="4594504"/>
          </a:xfrm>
          <a:custGeom>
            <a:avLst/>
            <a:gdLst/>
            <a:ahLst/>
            <a:cxnLst/>
            <a:rect r="r" b="b" t="t" l="l"/>
            <a:pathLst>
              <a:path h="4594504" w="7638505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99026" y="8359920"/>
            <a:ext cx="19802481" cy="2586749"/>
            <a:chOff x="0" y="0"/>
            <a:chExt cx="5215468" cy="6812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15468" cy="681284"/>
            </a:xfrm>
            <a:custGeom>
              <a:avLst/>
              <a:gdLst/>
              <a:ahLst/>
              <a:cxnLst/>
              <a:rect r="r" b="b" t="t" l="l"/>
              <a:pathLst>
                <a:path h="681284" w="5215468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74516" y="499600"/>
            <a:ext cx="9938968" cy="252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9"/>
              </a:lnSpc>
              <a:spcBef>
                <a:spcPct val="0"/>
              </a:spcBef>
            </a:pPr>
            <a:r>
              <a:rPr lang="en-US" sz="14735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0534" y="4071142"/>
            <a:ext cx="7946932" cy="19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2"/>
              </a:lnSpc>
              <a:spcBef>
                <a:spcPct val="0"/>
              </a:spcBef>
            </a:pPr>
            <a:r>
              <a:rPr lang="en-US" sz="11294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DAHGBMjAqEs</dc:identifier>
  <dcterms:modified xsi:type="dcterms:W3CDTF">2011-08-01T06:04:30Z</dcterms:modified>
  <cp:revision>1</cp:revision>
  <dc:title>Intellitest</dc:title>
</cp:coreProperties>
</file>